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7f65697396a4266" /><Relationship Type="http://schemas.openxmlformats.org/package/2006/relationships/metadata/core-properties" Target="/docProps/core.xml" Id="R722240c6eda14f13" /><Relationship Type="http://schemas.openxmlformats.org/officeDocument/2006/relationships/extended-properties" Target="/docProps/app.xml" Id="R054c434ff5d14c79" /><Relationship Type="http://schemas.openxmlformats.org/officeDocument/2006/relationships/custom-properties" Target="/docProps/custom.xml" Id="R71a2bee1774f4ba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dafd28ec13340ac"/>
    <p:sldId id="257" r:id="Rfcee700983db403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dafd28ec13340ac" /><Relationship Type="http://schemas.openxmlformats.org/officeDocument/2006/relationships/slide" Target="/ppt/slides/slide2.xml" Id="Rfcee700983db403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b3f8dc86846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8f41afda945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6b80f910b45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bf397378a4a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d6cb0c47b44d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887712dd8254d3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252c717914c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5974c5cb24e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0" y="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Ximo-Agent 办公能力演示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0" y="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由 OfficeCLI 驱动</a:t>
            </a:r>
          </a:p>
        </p:txBody>
      </p:sp>
      <p:sp>
        <p:nvSpPr>
          <p:cNvPr id="100002" name="TextBox 2"/>
          <p:cNvSpPr txBox="1"/>
          <p:nvPr/>
        </p:nvSpPr>
        <p:spPr>
          <a:xfrm xmlns:a="http://schemas.openxmlformats.org/drawingml/2006/main">
            <a:off x="0" y="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Word / Excel / PowerPoint 读改自动化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2026-08-04T09:18:23Z</dcterms:created>
  <cp:lastModifiedBy>OfficeCLI</cp:lastModifiedBy>
  <dcterms:modified xsi:type="dcterms:W3CDTF">2026-08-04T09:18:23Z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2026-08-04T09:19:01Z</vt:lpwstr>
  </op:property>
</op:Properties>
</file>